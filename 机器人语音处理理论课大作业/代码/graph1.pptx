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18792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9" userDrawn="1">
          <p15:clr>
            <a:srgbClr val="A4A3A4"/>
          </p15:clr>
        </p15:guide>
        <p15:guide id="2" pos="37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392" y="312"/>
      </p:cViewPr>
      <p:guideLst>
        <p:guide orient="horz" pos="1139"/>
        <p:guide pos="37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4908" y="1122363"/>
            <a:ext cx="8909447" cy="2387600"/>
          </a:xfrm>
        </p:spPr>
        <p:txBody>
          <a:bodyPr anchor="b"/>
          <a:lstStyle>
            <a:lvl1pPr algn="ctr">
              <a:defRPr sz="584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908" y="3602038"/>
            <a:ext cx="8909447" cy="1655762"/>
          </a:xfrm>
        </p:spPr>
        <p:txBody>
          <a:bodyPr/>
          <a:lstStyle>
            <a:lvl1pPr marL="0" indent="0" algn="ctr">
              <a:buNone/>
              <a:defRPr sz="2338"/>
            </a:lvl1pPr>
            <a:lvl2pPr marL="445450" indent="0" algn="ctr">
              <a:buNone/>
              <a:defRPr sz="1949"/>
            </a:lvl2pPr>
            <a:lvl3pPr marL="890900" indent="0" algn="ctr">
              <a:buNone/>
              <a:defRPr sz="1754"/>
            </a:lvl3pPr>
            <a:lvl4pPr marL="1336350" indent="0" algn="ctr">
              <a:buNone/>
              <a:defRPr sz="1559"/>
            </a:lvl4pPr>
            <a:lvl5pPr marL="1781800" indent="0" algn="ctr">
              <a:buNone/>
              <a:defRPr sz="1559"/>
            </a:lvl5pPr>
            <a:lvl6pPr marL="2227250" indent="0" algn="ctr">
              <a:buNone/>
              <a:defRPr sz="1559"/>
            </a:lvl6pPr>
            <a:lvl7pPr marL="2672700" indent="0" algn="ctr">
              <a:buNone/>
              <a:defRPr sz="1559"/>
            </a:lvl7pPr>
            <a:lvl8pPr marL="3118150" indent="0" algn="ctr">
              <a:buNone/>
              <a:defRPr sz="1559"/>
            </a:lvl8pPr>
            <a:lvl9pPr marL="3563600" indent="0" algn="ctr">
              <a:buNone/>
              <a:defRPr sz="155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5948-F38D-4B8B-AB52-BDB8075BA361}" type="datetimeFigureOut">
              <a:rPr lang="zh-CN" altLang="en-US" smtClean="0"/>
              <a:t>2025/5/5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967B-80A3-4F70-AF13-334D5FA697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037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5948-F38D-4B8B-AB52-BDB8075BA361}" type="datetimeFigureOut">
              <a:rPr lang="zh-CN" altLang="en-US" smtClean="0"/>
              <a:t>2025/5/5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967B-80A3-4F70-AF13-334D5FA697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469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2" y="1709739"/>
            <a:ext cx="10245864" cy="2852737"/>
          </a:xfrm>
        </p:spPr>
        <p:txBody>
          <a:bodyPr anchor="b"/>
          <a:lstStyle>
            <a:lvl1pPr>
              <a:defRPr sz="584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2" y="4589464"/>
            <a:ext cx="10245864" cy="1500187"/>
          </a:xfrm>
        </p:spPr>
        <p:txBody>
          <a:bodyPr/>
          <a:lstStyle>
            <a:lvl1pPr marL="0" indent="0">
              <a:buNone/>
              <a:defRPr sz="2338">
                <a:solidFill>
                  <a:schemeClr val="tx1">
                    <a:tint val="75000"/>
                  </a:schemeClr>
                </a:solidFill>
              </a:defRPr>
            </a:lvl1pPr>
            <a:lvl2pPr marL="445450" indent="0">
              <a:buNone/>
              <a:defRPr sz="1949">
                <a:solidFill>
                  <a:schemeClr val="tx1">
                    <a:tint val="75000"/>
                  </a:schemeClr>
                </a:solidFill>
              </a:defRPr>
            </a:lvl2pPr>
            <a:lvl3pPr marL="890900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3pPr>
            <a:lvl4pPr marL="13363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4pPr>
            <a:lvl5pPr marL="17818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5pPr>
            <a:lvl6pPr marL="22272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6pPr>
            <a:lvl7pPr marL="26727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7pPr>
            <a:lvl8pPr marL="31181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8pPr>
            <a:lvl9pPr marL="35636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5948-F38D-4B8B-AB52-BDB8075BA361}" type="datetimeFigureOut">
              <a:rPr lang="zh-CN" altLang="en-US" smtClean="0"/>
              <a:t>2025/5/5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967B-80A3-4F70-AF13-334D5FA697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17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1825625"/>
            <a:ext cx="5048687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1825625"/>
            <a:ext cx="5048687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5948-F38D-4B8B-AB52-BDB8075BA361}" type="datetimeFigureOut">
              <a:rPr lang="zh-CN" altLang="en-US" smtClean="0"/>
              <a:t>2025/5/5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967B-80A3-4F70-AF13-334D5FA697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940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365126"/>
            <a:ext cx="10245864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7" y="1681163"/>
            <a:ext cx="5025485" cy="823912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7" y="2505075"/>
            <a:ext cx="5025485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7" y="1681163"/>
            <a:ext cx="5050234" cy="823912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7" y="2505075"/>
            <a:ext cx="5050234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5948-F38D-4B8B-AB52-BDB8075BA361}" type="datetimeFigureOut">
              <a:rPr lang="zh-CN" altLang="en-US" smtClean="0"/>
              <a:t>2025/5/5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967B-80A3-4F70-AF13-334D5FA697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946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5948-F38D-4B8B-AB52-BDB8075BA361}" type="datetimeFigureOut">
              <a:rPr lang="zh-CN" altLang="en-US" smtClean="0"/>
              <a:t>2025/5/5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967B-80A3-4F70-AF13-334D5FA697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927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5948-F38D-4B8B-AB52-BDB8075BA361}" type="datetimeFigureOut">
              <a:rPr lang="zh-CN" altLang="en-US" smtClean="0"/>
              <a:t>2025/5/5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967B-80A3-4F70-AF13-334D5FA697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856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7200"/>
            <a:ext cx="3831371" cy="1600200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987426"/>
            <a:ext cx="6013877" cy="4873625"/>
          </a:xfrm>
        </p:spPr>
        <p:txBody>
          <a:bodyPr/>
          <a:lstStyle>
            <a:lvl1pPr>
              <a:defRPr sz="3118"/>
            </a:lvl1pPr>
            <a:lvl2pPr>
              <a:defRPr sz="2728"/>
            </a:lvl2pPr>
            <a:lvl3pPr>
              <a:defRPr sz="2338"/>
            </a:lvl3pPr>
            <a:lvl4pPr>
              <a:defRPr sz="1949"/>
            </a:lvl4pPr>
            <a:lvl5pPr>
              <a:defRPr sz="1949"/>
            </a:lvl5pPr>
            <a:lvl6pPr>
              <a:defRPr sz="1949"/>
            </a:lvl6pPr>
            <a:lvl7pPr>
              <a:defRPr sz="1949"/>
            </a:lvl7pPr>
            <a:lvl8pPr>
              <a:defRPr sz="1949"/>
            </a:lvl8pPr>
            <a:lvl9pPr>
              <a:defRPr sz="194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7400"/>
            <a:ext cx="3831371" cy="3811588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5948-F38D-4B8B-AB52-BDB8075BA361}" type="datetimeFigureOut">
              <a:rPr lang="zh-CN" altLang="en-US" smtClean="0"/>
              <a:t>2025/5/5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967B-80A3-4F70-AF13-334D5FA697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06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7200"/>
            <a:ext cx="3831371" cy="1600200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987426"/>
            <a:ext cx="6013877" cy="4873625"/>
          </a:xfrm>
        </p:spPr>
        <p:txBody>
          <a:bodyPr anchor="t"/>
          <a:lstStyle>
            <a:lvl1pPr marL="0" indent="0">
              <a:buNone/>
              <a:defRPr sz="3118"/>
            </a:lvl1pPr>
            <a:lvl2pPr marL="445450" indent="0">
              <a:buNone/>
              <a:defRPr sz="2728"/>
            </a:lvl2pPr>
            <a:lvl3pPr marL="890900" indent="0">
              <a:buNone/>
              <a:defRPr sz="2338"/>
            </a:lvl3pPr>
            <a:lvl4pPr marL="1336350" indent="0">
              <a:buNone/>
              <a:defRPr sz="1949"/>
            </a:lvl4pPr>
            <a:lvl5pPr marL="1781800" indent="0">
              <a:buNone/>
              <a:defRPr sz="1949"/>
            </a:lvl5pPr>
            <a:lvl6pPr marL="2227250" indent="0">
              <a:buNone/>
              <a:defRPr sz="1949"/>
            </a:lvl6pPr>
            <a:lvl7pPr marL="2672700" indent="0">
              <a:buNone/>
              <a:defRPr sz="1949"/>
            </a:lvl7pPr>
            <a:lvl8pPr marL="3118150" indent="0">
              <a:buNone/>
              <a:defRPr sz="1949"/>
            </a:lvl8pPr>
            <a:lvl9pPr marL="3563600" indent="0">
              <a:buNone/>
              <a:defRPr sz="194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7400"/>
            <a:ext cx="3831371" cy="3811588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5948-F38D-4B8B-AB52-BDB8075BA361}" type="datetimeFigureOut">
              <a:rPr lang="zh-CN" altLang="en-US" smtClean="0"/>
              <a:t>2025/5/5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967B-80A3-4F70-AF13-334D5FA697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60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5948-F38D-4B8B-AB52-BDB8075BA361}" type="datetimeFigureOut">
              <a:rPr lang="zh-CN" altLang="en-US" smtClean="0"/>
              <a:t>2025/5/5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967B-80A3-4F70-AF13-334D5FA697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663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365125"/>
            <a:ext cx="2561466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365125"/>
            <a:ext cx="7535907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5948-F38D-4B8B-AB52-BDB8075BA361}" type="datetimeFigureOut">
              <a:rPr lang="zh-CN" altLang="en-US" smtClean="0"/>
              <a:t>2025/5/5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0967B-80A3-4F70-AF13-334D5FA697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450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365126"/>
            <a:ext cx="102458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1825625"/>
            <a:ext cx="102458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6356351"/>
            <a:ext cx="2672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95948-F38D-4B8B-AB52-BDB8075BA361}" type="datetimeFigureOut">
              <a:rPr lang="zh-CN" altLang="en-US" smtClean="0"/>
              <a:t>2025/5/5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6356351"/>
            <a:ext cx="40092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6356351"/>
            <a:ext cx="2672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0967B-80A3-4F70-AF13-334D5FA697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02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90900" rtl="0" eaLnBrk="1" latinLnBrk="0" hangingPunct="1">
        <a:lnSpc>
          <a:spcPct val="90000"/>
        </a:lnSpc>
        <a:spcBef>
          <a:spcPct val="0"/>
        </a:spcBef>
        <a:buNone/>
        <a:defRPr sz="42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2725" indent="-222725" algn="l" defTabSz="890900" rtl="0" eaLnBrk="1" latinLnBrk="0" hangingPunct="1">
        <a:lnSpc>
          <a:spcPct val="90000"/>
        </a:lnSpc>
        <a:spcBef>
          <a:spcPts val="974"/>
        </a:spcBef>
        <a:buFont typeface="Arial" panose="020B0604020202020204" pitchFamily="34" charset="0"/>
        <a:buChar char="•"/>
        <a:defRPr sz="2728" kern="1200">
          <a:solidFill>
            <a:schemeClr val="tx1"/>
          </a:solidFill>
          <a:latin typeface="+mn-lt"/>
          <a:ea typeface="+mn-ea"/>
          <a:cs typeface="+mn-cs"/>
        </a:defRPr>
      </a:lvl1pPr>
      <a:lvl2pPr marL="6681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136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3pPr>
      <a:lvl4pPr marL="15590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20045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4499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8954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3408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7863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1pPr>
      <a:lvl2pPr marL="4454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2pPr>
      <a:lvl3pPr marL="8909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3363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17818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2272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6727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1181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5636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>
            <a:extLst>
              <a:ext uri="{FF2B5EF4-FFF2-40B4-BE49-F238E27FC236}">
                <a16:creationId xmlns:a16="http://schemas.microsoft.com/office/drawing/2014/main" id="{2903F117-6A45-D4B9-ECEA-781FE2906F33}"/>
              </a:ext>
            </a:extLst>
          </p:cNvPr>
          <p:cNvGrpSpPr/>
          <p:nvPr/>
        </p:nvGrpSpPr>
        <p:grpSpPr>
          <a:xfrm>
            <a:off x="175070" y="924536"/>
            <a:ext cx="11529122" cy="816691"/>
            <a:chOff x="551771" y="992771"/>
            <a:chExt cx="11529122" cy="81669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B6CF5B9-4E65-50EC-FD9D-FD4FD8094D9A}"/>
                </a:ext>
              </a:extLst>
            </p:cNvPr>
            <p:cNvSpPr/>
            <p:nvPr/>
          </p:nvSpPr>
          <p:spPr>
            <a:xfrm>
              <a:off x="1296774" y="1052379"/>
              <a:ext cx="1155955" cy="75708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5AB7742-C6A0-8C62-CA50-58582C898538}"/>
                </a:ext>
              </a:extLst>
            </p:cNvPr>
            <p:cNvSpPr txBox="1"/>
            <p:nvPr/>
          </p:nvSpPr>
          <p:spPr>
            <a:xfrm>
              <a:off x="1413429" y="1230867"/>
              <a:ext cx="1002891" cy="4106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预处理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1478D4B-3234-9846-DCCE-3274C2617570}"/>
                </a:ext>
              </a:extLst>
            </p:cNvPr>
            <p:cNvSpPr/>
            <p:nvPr/>
          </p:nvSpPr>
          <p:spPr>
            <a:xfrm>
              <a:off x="3440556" y="1045685"/>
              <a:ext cx="983164" cy="75708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E5E70D3-CDE5-37FC-994A-50ADB67555A6}"/>
                </a:ext>
              </a:extLst>
            </p:cNvPr>
            <p:cNvSpPr txBox="1"/>
            <p:nvPr/>
          </p:nvSpPr>
          <p:spPr>
            <a:xfrm>
              <a:off x="3677406" y="1224172"/>
              <a:ext cx="585021" cy="4106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FFT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9FE51AF-96F3-2FE9-7C01-9203B2763E66}"/>
                </a:ext>
              </a:extLst>
            </p:cNvPr>
            <p:cNvSpPr/>
            <p:nvPr/>
          </p:nvSpPr>
          <p:spPr>
            <a:xfrm>
              <a:off x="5315399" y="1052379"/>
              <a:ext cx="1209677" cy="75708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0E6029D-1DFD-C451-AFC8-E9B6239FD711}"/>
                </a:ext>
              </a:extLst>
            </p:cNvPr>
            <p:cNvSpPr txBox="1"/>
            <p:nvPr/>
          </p:nvSpPr>
          <p:spPr>
            <a:xfrm>
              <a:off x="5315399" y="1230867"/>
              <a:ext cx="11995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谱线能量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EA646A6-A64D-0027-79C4-B84CA8BCA53C}"/>
                </a:ext>
              </a:extLst>
            </p:cNvPr>
            <p:cNvSpPr/>
            <p:nvPr/>
          </p:nvSpPr>
          <p:spPr>
            <a:xfrm>
              <a:off x="7327492" y="1052379"/>
              <a:ext cx="1396181" cy="75708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59156A7-EDEE-E601-2008-8FCCC71E9251}"/>
                </a:ext>
              </a:extLst>
            </p:cNvPr>
            <p:cNvSpPr txBox="1"/>
            <p:nvPr/>
          </p:nvSpPr>
          <p:spPr>
            <a:xfrm>
              <a:off x="7327492" y="1076978"/>
              <a:ext cx="1413386" cy="7265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梅尔滤波能量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5538610-266D-CB33-D874-48B2CB093931}"/>
                </a:ext>
              </a:extLst>
            </p:cNvPr>
            <p:cNvSpPr/>
            <p:nvPr/>
          </p:nvSpPr>
          <p:spPr>
            <a:xfrm>
              <a:off x="9541096" y="1052379"/>
              <a:ext cx="1182209" cy="75708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43FC11F-2E2A-424D-A170-2A51F28FE56D}"/>
                </a:ext>
              </a:extLst>
            </p:cNvPr>
            <p:cNvSpPr txBox="1"/>
            <p:nvPr/>
          </p:nvSpPr>
          <p:spPr>
            <a:xfrm>
              <a:off x="9637248" y="1076978"/>
              <a:ext cx="1002891" cy="7265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求对数</a:t>
              </a:r>
              <a:endPara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DCT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815A5EE5-DDE7-7D44-45DB-A8E83DBFBB2C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>
              <a:off x="551771" y="1430921"/>
              <a:ext cx="74500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C30074C4-860C-A4AF-E9A5-6843C3E480A7}"/>
                </a:ext>
              </a:extLst>
            </p:cNvPr>
            <p:cNvCxnSpPr>
              <a:cxnSpLocks/>
              <a:stCxn id="4" idx="3"/>
              <a:endCxn id="6" idx="1"/>
            </p:cNvCxnSpPr>
            <p:nvPr/>
          </p:nvCxnSpPr>
          <p:spPr>
            <a:xfrm flipV="1">
              <a:off x="2452729" y="1424227"/>
              <a:ext cx="987827" cy="66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733DD95C-16EF-B461-DF2E-DECC5882AA25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>
              <a:off x="4423720" y="1424227"/>
              <a:ext cx="891679" cy="66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7AE362D2-2BEA-0569-D42E-62954E86011C}"/>
                </a:ext>
              </a:extLst>
            </p:cNvPr>
            <p:cNvCxnSpPr>
              <a:cxnSpLocks/>
              <a:stCxn id="8" idx="3"/>
              <a:endCxn id="11" idx="1"/>
            </p:cNvCxnSpPr>
            <p:nvPr/>
          </p:nvCxnSpPr>
          <p:spPr>
            <a:xfrm>
              <a:off x="6525077" y="1430921"/>
              <a:ext cx="802416" cy="93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4314DE38-95E0-87F0-4875-50C6FD9D2BC4}"/>
                </a:ext>
              </a:extLst>
            </p:cNvPr>
            <p:cNvCxnSpPr>
              <a:cxnSpLocks/>
              <a:stCxn id="11" idx="3"/>
              <a:endCxn id="12" idx="1"/>
            </p:cNvCxnSpPr>
            <p:nvPr/>
          </p:nvCxnSpPr>
          <p:spPr>
            <a:xfrm flipV="1">
              <a:off x="8740878" y="1430921"/>
              <a:ext cx="800217" cy="93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6670EEB8-19F4-4DC2-E6EF-8ED5382999F1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10723305" y="1430921"/>
              <a:ext cx="1357588" cy="852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58CA68FA-6953-83DF-90C1-B0853128E7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2615328"/>
                </p:ext>
              </p:extLst>
            </p:nvPr>
          </p:nvGraphicFramePr>
          <p:xfrm>
            <a:off x="551771" y="1088492"/>
            <a:ext cx="548359" cy="350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17160" imgH="203040" progId="Equation.DSMT4">
                    <p:embed/>
                  </p:oleObj>
                </mc:Choice>
                <mc:Fallback>
                  <p:oleObj name="Equation" r:id="rId2" imgW="31716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51771" y="1088492"/>
                          <a:ext cx="548359" cy="3509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08294F53-D266-B48F-B1B5-E76DE637B8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1550976"/>
                </p:ext>
              </p:extLst>
            </p:nvPr>
          </p:nvGraphicFramePr>
          <p:xfrm>
            <a:off x="2479639" y="1045685"/>
            <a:ext cx="877888" cy="436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07960" imgH="253800" progId="Equation.DSMT4">
                    <p:embed/>
                  </p:oleObj>
                </mc:Choice>
                <mc:Fallback>
                  <p:oleObj name="Equation" r:id="rId4" imgW="507960" imgH="25380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58CA68FA-6953-83DF-90C1-B0853128E7C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479639" y="1045685"/>
                          <a:ext cx="877888" cy="4365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94A54832-91E4-89B4-1120-E52B631E171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8021135"/>
                </p:ext>
              </p:extLst>
            </p:nvPr>
          </p:nvGraphicFramePr>
          <p:xfrm>
            <a:off x="4440934" y="992771"/>
            <a:ext cx="857250" cy="438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95000" imgH="253800" progId="Equation.DSMT4">
                    <p:embed/>
                  </p:oleObj>
                </mc:Choice>
                <mc:Fallback>
                  <p:oleObj name="Equation" r:id="rId6" imgW="495000" imgH="25380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08294F53-D266-B48F-B1B5-E76DE637B8F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440934" y="992771"/>
                          <a:ext cx="857250" cy="4381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D231F73B-5D75-E5DA-5998-102ACE5450B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3522057"/>
                </p:ext>
              </p:extLst>
            </p:nvPr>
          </p:nvGraphicFramePr>
          <p:xfrm>
            <a:off x="6525076" y="1011791"/>
            <a:ext cx="809625" cy="438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69800" imgH="253800" progId="Equation.DSMT4">
                    <p:embed/>
                  </p:oleObj>
                </mc:Choice>
                <mc:Fallback>
                  <p:oleObj name="Equation" r:id="rId8" imgW="469800" imgH="25380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94A54832-91E4-89B4-1120-E52B631E171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525076" y="1011791"/>
                          <a:ext cx="809625" cy="4381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5E689E6D-5F75-E264-5C15-8304DB8CC6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5091683"/>
                </p:ext>
              </p:extLst>
            </p:nvPr>
          </p:nvGraphicFramePr>
          <p:xfrm>
            <a:off x="8724268" y="1005097"/>
            <a:ext cx="833438" cy="438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82400" imgH="253800" progId="Equation.DSMT4">
                    <p:embed/>
                  </p:oleObj>
                </mc:Choice>
                <mc:Fallback>
                  <p:oleObj name="Equation" r:id="rId10" imgW="482400" imgH="25380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D231F73B-5D75-E5DA-5998-102ACE5450B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724268" y="1005097"/>
                          <a:ext cx="833438" cy="4381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F59DCA8E-4C50-ABAE-C239-FA463299D4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181495"/>
                </p:ext>
              </p:extLst>
            </p:nvPr>
          </p:nvGraphicFramePr>
          <p:xfrm>
            <a:off x="10802847" y="1045685"/>
            <a:ext cx="1182688" cy="438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685800" imgH="253800" progId="Equation.DSMT4">
                    <p:embed/>
                  </p:oleObj>
                </mc:Choice>
                <mc:Fallback>
                  <p:oleObj name="Equation" r:id="rId12" imgW="685800" imgH="25380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5E689E6D-5F75-E264-5C15-8304DB8CC68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0802847" y="1045685"/>
                          <a:ext cx="1182688" cy="4381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35571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</TotalTime>
  <Words>11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宋体</vt:lpstr>
      <vt:lpstr>Arial</vt:lpstr>
      <vt:lpstr>Calibri</vt:lpstr>
      <vt:lpstr>Calibri Light</vt:lpstr>
      <vt:lpstr>Office 主题​​</vt:lpstr>
      <vt:lpstr>MathType 7.0 Equation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 an</dc:creator>
  <cp:lastModifiedBy>j an</cp:lastModifiedBy>
  <cp:revision>1</cp:revision>
  <dcterms:created xsi:type="dcterms:W3CDTF">2025-05-05T12:41:37Z</dcterms:created>
  <dcterms:modified xsi:type="dcterms:W3CDTF">2025-05-05T12:56:04Z</dcterms:modified>
</cp:coreProperties>
</file>