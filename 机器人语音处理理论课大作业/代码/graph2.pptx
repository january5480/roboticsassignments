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932" autoAdjust="0"/>
  </p:normalViewPr>
  <p:slideViewPr>
    <p:cSldViewPr snapToGrid="0" showGuides="1">
      <p:cViewPr>
        <p:scale>
          <a:sx n="33" d="100"/>
          <a:sy n="33" d="100"/>
        </p:scale>
        <p:origin x="1704" y="1003"/>
      </p:cViewPr>
      <p:guideLst>
        <p:guide orient="horz" pos="2160"/>
        <p:guide pos="37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CEF261-48F8-C02A-9A01-515A415B19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2872E53-AF42-AA7D-FA3A-7A18630E20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6DC019-262A-0F31-8032-D022D0124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E2065-8589-4478-AC9D-1671CA153D21}" type="datetimeFigureOut">
              <a:rPr lang="zh-CN" altLang="en-US" smtClean="0"/>
              <a:t>2025/5/6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DE166E-D77A-4177-D081-669113C8E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73123C-B32C-D3A5-6A54-FB651C86E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23702-AA46-42EC-9F19-B1D7545CD8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8186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E8C036-9049-E4FC-4527-03E06C553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157971-57C1-2059-5EBC-6C26B0E91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5A64F2-5E7C-34EF-7DA1-2563A1BE6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E2065-8589-4478-AC9D-1671CA153D21}" type="datetimeFigureOut">
              <a:rPr lang="zh-CN" altLang="en-US" smtClean="0"/>
              <a:t>2025/5/6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057A39-03C8-0E22-1742-150887CB5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CF275F-1FA6-C0F0-9551-687918B9E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23702-AA46-42EC-9F19-B1D7545CD8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963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9AC5-150A-1E5E-A897-801FDE728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5BA0D99-066D-9B28-386B-DD25205161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23F7A2-9F19-F395-9D22-1310F2684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E2065-8589-4478-AC9D-1671CA153D21}" type="datetimeFigureOut">
              <a:rPr lang="zh-CN" altLang="en-US" smtClean="0"/>
              <a:t>2025/5/6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CF943F-93CE-1A3F-DD55-2DF58AB98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A879FD-D280-755D-30E0-5B7EFDC8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23702-AA46-42EC-9F19-B1D7545CD8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6061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BD2FA8-AD9C-0CEF-8FF2-3DBD963E6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7BBFC6-84E7-BA8F-D91A-A86ADD763B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ABB43AD-264C-B0CF-5AB5-8D5C52153A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DFD0E32-8E82-4CCD-4594-51874A8B6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E2065-8589-4478-AC9D-1671CA153D21}" type="datetimeFigureOut">
              <a:rPr lang="zh-CN" altLang="en-US" smtClean="0"/>
              <a:t>2025/5/6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190E41-E6A4-FDE0-604D-C5DE1B9FB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7A15DA-2BFA-0656-92C7-407B3465C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23702-AA46-42EC-9F19-B1D7545CD8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0183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09924A-4918-6084-48BB-41909568D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5811B37-AC5A-E11E-7B9D-5A09C42A54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A320D21-B575-6D6B-0529-8A3B4BB9F7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49F1AA2-014B-EC23-E6ED-715D3F4565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68E00ED-64A1-77F7-C7FF-F711DAF62E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B170F24-850F-CB87-CB38-CF4DB604D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E2065-8589-4478-AC9D-1671CA153D21}" type="datetimeFigureOut">
              <a:rPr lang="zh-CN" altLang="en-US" smtClean="0"/>
              <a:t>2025/5/6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714401E-791B-B4F6-1275-0B42A595B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0BE4FD9-10FB-4762-2FB1-CDAB78AA1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23702-AA46-42EC-9F19-B1D7545CD8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3065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D3D946-1BEA-CC09-8BA6-A63BCF15C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AAEDA16-976F-4C04-FF4C-3CA405A1D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E2065-8589-4478-AC9D-1671CA153D21}" type="datetimeFigureOut">
              <a:rPr lang="zh-CN" altLang="en-US" smtClean="0"/>
              <a:t>2025/5/6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8577EE3-56BD-E138-9038-A98DB796A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66A43CD-FD09-9328-DC51-C8B2FC671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23702-AA46-42EC-9F19-B1D7545CD8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1048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309DC87-C9FB-E3B8-21BC-9D1A495A5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E2065-8589-4478-AC9D-1671CA153D21}" type="datetimeFigureOut">
              <a:rPr lang="zh-CN" altLang="en-US" smtClean="0"/>
              <a:t>2025/5/6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493EDD6-F8EC-5586-45E7-ECBF8F9D5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2F9834-EE93-251E-ACF9-54E6DA67D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23702-AA46-42EC-9F19-B1D7545CD8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5334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B10890-CF18-62C9-055E-30EE1B6F1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2EC4E8-8FF1-4686-AF7E-C4E188CE9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D803016-3F66-6165-58D0-A3AE1A234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013E869-184B-2FF3-74D2-7C0FE1E18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E2065-8589-4478-AC9D-1671CA153D21}" type="datetimeFigureOut">
              <a:rPr lang="zh-CN" altLang="en-US" smtClean="0"/>
              <a:t>2025/5/6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C65F00E-E65D-D39D-09E2-61D53D254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74E568-AF74-6844-3C87-CF45BD8A2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23702-AA46-42EC-9F19-B1D7545CD8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7146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4B1A85-34F1-9118-D112-EF3650175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BCE29FA-5F56-5DFD-093F-99899CCE93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996AF91-CC81-4689-7B59-9778CB704F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0323B5-B102-3B2A-92E7-DB6249025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E2065-8589-4478-AC9D-1671CA153D21}" type="datetimeFigureOut">
              <a:rPr lang="zh-CN" altLang="en-US" smtClean="0"/>
              <a:t>2025/5/6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1702A0-70D7-3260-8BE8-2CD4ADD31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73F475-A815-9CB1-2E21-A1279EB92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23702-AA46-42EC-9F19-B1D7545CD8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3713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A81BE0-8271-EF1E-F751-786E84FC8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555FD3A-ECD3-F4B1-D4A5-164217C3A4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C4D929-1CD7-1D31-8401-C7931825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E2065-8589-4478-AC9D-1671CA153D21}" type="datetimeFigureOut">
              <a:rPr lang="zh-CN" altLang="en-US" smtClean="0"/>
              <a:t>2025/5/6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CDF1A2-069C-D32F-C9B0-1C71756A8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F0DC4D-F5A8-B7D3-8C7C-EE4752B6D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23702-AA46-42EC-9F19-B1D7545CD8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301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4FAE10A-CF65-6441-457D-B5871C9A7C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657B5FF-59E4-DD4D-BC76-BB2442ED60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11162D-3EF6-7B7B-C59C-0AC751CA4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E2065-8589-4478-AC9D-1671CA153D21}" type="datetimeFigureOut">
              <a:rPr lang="zh-CN" altLang="en-US" smtClean="0"/>
              <a:t>2025/5/6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A68A74-B462-89D5-D101-2F9A01E09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62FA02-5EC4-8E09-ACF4-A88B07AC2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23702-AA46-42EC-9F19-B1D7545CD8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6433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02F32D9-777B-96E3-E03A-8B30B51F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E717CA1-7804-44F1-7FCC-FCE30F16E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316FF6-176F-AA51-11D3-2875270271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6E2065-8589-4478-AC9D-1671CA153D21}" type="datetimeFigureOut">
              <a:rPr lang="zh-CN" altLang="en-US" smtClean="0"/>
              <a:t>2025/5/6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0E8C70-F552-2B02-9062-90DE5A43EF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08F20D-DAF7-C3C3-7B3C-FBC639244E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23702-AA46-42EC-9F19-B1D7545CD8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2784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矩形 98">
            <a:extLst>
              <a:ext uri="{FF2B5EF4-FFF2-40B4-BE49-F238E27FC236}">
                <a16:creationId xmlns:a16="http://schemas.microsoft.com/office/drawing/2014/main" id="{B57FB3AB-D28C-A092-A4B7-095119F645C9}"/>
              </a:ext>
            </a:extLst>
          </p:cNvPr>
          <p:cNvSpPr/>
          <p:nvPr/>
        </p:nvSpPr>
        <p:spPr>
          <a:xfrm>
            <a:off x="5934683" y="3649814"/>
            <a:ext cx="5777786" cy="31809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1BEB33D-A16E-EC39-986A-C4D3345A70C4}"/>
              </a:ext>
            </a:extLst>
          </p:cNvPr>
          <p:cNvSpPr/>
          <p:nvPr/>
        </p:nvSpPr>
        <p:spPr>
          <a:xfrm>
            <a:off x="3740094" y="3758309"/>
            <a:ext cx="1837594" cy="296211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FFA33F5-7ACC-0CDF-1F12-3B2C823E46CC}"/>
              </a:ext>
            </a:extLst>
          </p:cNvPr>
          <p:cNvSpPr/>
          <p:nvPr/>
        </p:nvSpPr>
        <p:spPr>
          <a:xfrm>
            <a:off x="184565" y="3751717"/>
            <a:ext cx="2946400" cy="296211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12A63B5-FFAD-0DEA-8C47-58BFB1FD4DF6}"/>
              </a:ext>
            </a:extLst>
          </p:cNvPr>
          <p:cNvSpPr/>
          <p:nvPr/>
        </p:nvSpPr>
        <p:spPr>
          <a:xfrm>
            <a:off x="9671701" y="3762370"/>
            <a:ext cx="1837594" cy="26884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9C5A3DC-0716-3F79-9CFE-46A34368ACC1}"/>
              </a:ext>
            </a:extLst>
          </p:cNvPr>
          <p:cNvSpPr/>
          <p:nvPr/>
        </p:nvSpPr>
        <p:spPr>
          <a:xfrm>
            <a:off x="6116172" y="3755778"/>
            <a:ext cx="2946400" cy="268846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F83AAE-B5F0-46CB-A002-3FF886BB0108}"/>
              </a:ext>
            </a:extLst>
          </p:cNvPr>
          <p:cNvSpPr/>
          <p:nvPr/>
        </p:nvSpPr>
        <p:spPr>
          <a:xfrm>
            <a:off x="4038600" y="263041"/>
            <a:ext cx="3586480" cy="7563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83BCC8C-AF5C-1C44-90C5-70AED8BCFAD1}"/>
              </a:ext>
            </a:extLst>
          </p:cNvPr>
          <p:cNvSpPr txBox="1"/>
          <p:nvPr/>
        </p:nvSpPr>
        <p:spPr>
          <a:xfrm>
            <a:off x="4348480" y="318029"/>
            <a:ext cx="3159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三个说话人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0-9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语音采集：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Jan.wav,Feb,wav,Mar.wav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2490B18-8F4C-4EF6-1E0E-3C3456F4158C}"/>
              </a:ext>
            </a:extLst>
          </p:cNvPr>
          <p:cNvSpPr/>
          <p:nvPr/>
        </p:nvSpPr>
        <p:spPr>
          <a:xfrm>
            <a:off x="4038600" y="1322335"/>
            <a:ext cx="3586480" cy="4506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105A080-39B5-2BB7-9F8C-2BC850FEA18F}"/>
              </a:ext>
            </a:extLst>
          </p:cNvPr>
          <p:cNvSpPr txBox="1"/>
          <p:nvPr/>
        </p:nvSpPr>
        <p:spPr>
          <a:xfrm>
            <a:off x="4251960" y="1362975"/>
            <a:ext cx="3159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对三条语音进行语音检测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0A7B930-306F-F5B0-D43C-00C0C67E20F2}"/>
              </a:ext>
            </a:extLst>
          </p:cNvPr>
          <p:cNvSpPr/>
          <p:nvPr/>
        </p:nvSpPr>
        <p:spPr>
          <a:xfrm>
            <a:off x="4038600" y="2128271"/>
            <a:ext cx="3586480" cy="4506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88ADE1B-4E6D-235D-B23F-5DE7C423A739}"/>
              </a:ext>
            </a:extLst>
          </p:cNvPr>
          <p:cNvSpPr txBox="1"/>
          <p:nvPr/>
        </p:nvSpPr>
        <p:spPr>
          <a:xfrm>
            <a:off x="4251960" y="2168911"/>
            <a:ext cx="3159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提取每段的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MFCC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特征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CA6EE15-0B0F-141D-CAC9-A26269B452FD}"/>
              </a:ext>
            </a:extLst>
          </p:cNvPr>
          <p:cNvSpPr/>
          <p:nvPr/>
        </p:nvSpPr>
        <p:spPr>
          <a:xfrm>
            <a:off x="323557" y="4134695"/>
            <a:ext cx="2570480" cy="4506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BAF4FEF-2C11-C177-7E61-299074FF6EE5}"/>
              </a:ext>
            </a:extLst>
          </p:cNvPr>
          <p:cNvSpPr txBox="1"/>
          <p:nvPr/>
        </p:nvSpPr>
        <p:spPr>
          <a:xfrm>
            <a:off x="28917" y="4180563"/>
            <a:ext cx="3159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多说说话人训练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HMM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模型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7EB6B179-D02B-72C1-F9EE-C7992CE622AA}"/>
              </a:ext>
            </a:extLst>
          </p:cNvPr>
          <p:cNvGrpSpPr/>
          <p:nvPr/>
        </p:nvGrpSpPr>
        <p:grpSpPr>
          <a:xfrm>
            <a:off x="326805" y="5039947"/>
            <a:ext cx="2570480" cy="904240"/>
            <a:chOff x="609600" y="4643120"/>
            <a:chExt cx="2570480" cy="904240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4849446C-AA5B-54AC-9212-7233D80C4CDB}"/>
                </a:ext>
              </a:extLst>
            </p:cNvPr>
            <p:cNvSpPr/>
            <p:nvPr/>
          </p:nvSpPr>
          <p:spPr>
            <a:xfrm>
              <a:off x="609600" y="4643120"/>
              <a:ext cx="2570480" cy="90424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045BD26E-6400-BF9B-BBE2-2792100EA9E7}"/>
                </a:ext>
              </a:extLst>
            </p:cNvPr>
            <p:cNvSpPr txBox="1"/>
            <p:nvPr/>
          </p:nvSpPr>
          <p:spPr>
            <a:xfrm>
              <a:off x="943956" y="4772074"/>
              <a:ext cx="15918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各数字对应的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HMM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：</a:t>
              </a:r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E5BD8E11-DE6A-2250-7F3B-6CAB5A43571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91590399"/>
                </p:ext>
              </p:extLst>
            </p:nvPr>
          </p:nvGraphicFramePr>
          <p:xfrm>
            <a:off x="1553085" y="5078412"/>
            <a:ext cx="1322191" cy="3399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888840" imgH="228600" progId="Equation.DSMT4">
                    <p:embed/>
                  </p:oleObj>
                </mc:Choice>
                <mc:Fallback>
                  <p:oleObj name="Equation" r:id="rId2" imgW="8888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553085" y="5078412"/>
                          <a:ext cx="1322191" cy="33999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480D04C4-C298-52B6-0F0E-270B5B400890}"/>
              </a:ext>
            </a:extLst>
          </p:cNvPr>
          <p:cNvSpPr/>
          <p:nvPr/>
        </p:nvSpPr>
        <p:spPr>
          <a:xfrm>
            <a:off x="4040285" y="4133182"/>
            <a:ext cx="1275080" cy="4506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6526A08-28D3-7600-DFE2-90ECE6598DDF}"/>
              </a:ext>
            </a:extLst>
          </p:cNvPr>
          <p:cNvSpPr txBox="1"/>
          <p:nvPr/>
        </p:nvSpPr>
        <p:spPr>
          <a:xfrm>
            <a:off x="3842165" y="4192634"/>
            <a:ext cx="1671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概率计算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49D492C-9BCC-7FC1-B6D4-E2683D990D10}"/>
              </a:ext>
            </a:extLst>
          </p:cNvPr>
          <p:cNvSpPr/>
          <p:nvPr/>
        </p:nvSpPr>
        <p:spPr>
          <a:xfrm>
            <a:off x="4040285" y="4814641"/>
            <a:ext cx="1275080" cy="4506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191076B-09F1-5998-D781-2FF0E08AB0A9}"/>
              </a:ext>
            </a:extLst>
          </p:cNvPr>
          <p:cNvSpPr txBox="1"/>
          <p:nvPr/>
        </p:nvSpPr>
        <p:spPr>
          <a:xfrm>
            <a:off x="3842165" y="4874093"/>
            <a:ext cx="1671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判别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88DECEEC-6F12-A3F0-71D1-86570A731020}"/>
              </a:ext>
            </a:extLst>
          </p:cNvPr>
          <p:cNvSpPr/>
          <p:nvPr/>
        </p:nvSpPr>
        <p:spPr>
          <a:xfrm>
            <a:off x="3842165" y="5496100"/>
            <a:ext cx="1671320" cy="69670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92441A7-FA6D-FEFF-1150-AAC172D44213}"/>
              </a:ext>
            </a:extLst>
          </p:cNvPr>
          <p:cNvSpPr txBox="1"/>
          <p:nvPr/>
        </p:nvSpPr>
        <p:spPr>
          <a:xfrm>
            <a:off x="4109573" y="5680093"/>
            <a:ext cx="1259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识别结果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59AD846-7219-1A22-259F-86B597EEA899}"/>
              </a:ext>
            </a:extLst>
          </p:cNvPr>
          <p:cNvSpPr txBox="1"/>
          <p:nvPr/>
        </p:nvSpPr>
        <p:spPr>
          <a:xfrm>
            <a:off x="1207320" y="6270430"/>
            <a:ext cx="802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训练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69DCD49-5F02-302C-180D-7AF077A82B79}"/>
              </a:ext>
            </a:extLst>
          </p:cNvPr>
          <p:cNvSpPr txBox="1"/>
          <p:nvPr/>
        </p:nvSpPr>
        <p:spPr>
          <a:xfrm>
            <a:off x="4304445" y="6344496"/>
            <a:ext cx="802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测试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425D91D-C03D-E5F9-6D00-046F80A58618}"/>
              </a:ext>
            </a:extLst>
          </p:cNvPr>
          <p:cNvSpPr/>
          <p:nvPr/>
        </p:nvSpPr>
        <p:spPr>
          <a:xfrm>
            <a:off x="6253096" y="4126586"/>
            <a:ext cx="2570480" cy="4506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B472B11-8979-CA90-7C5C-806FBF2FAD6F}"/>
              </a:ext>
            </a:extLst>
          </p:cNvPr>
          <p:cNvSpPr txBox="1"/>
          <p:nvPr/>
        </p:nvSpPr>
        <p:spPr>
          <a:xfrm>
            <a:off x="5958456" y="4190074"/>
            <a:ext cx="3159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单说说话人训练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HMM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模型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E2BCACE-8211-AFE9-B6F1-5E05AAF8ED97}"/>
              </a:ext>
            </a:extLst>
          </p:cNvPr>
          <p:cNvGrpSpPr/>
          <p:nvPr/>
        </p:nvGrpSpPr>
        <p:grpSpPr>
          <a:xfrm>
            <a:off x="6258412" y="5044007"/>
            <a:ext cx="2570480" cy="904240"/>
            <a:chOff x="609600" y="4643120"/>
            <a:chExt cx="2570480" cy="904240"/>
          </a:xfrm>
        </p:grpSpPr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71C7CA9D-2713-AD93-FC39-994C8A06F595}"/>
                </a:ext>
              </a:extLst>
            </p:cNvPr>
            <p:cNvSpPr/>
            <p:nvPr/>
          </p:nvSpPr>
          <p:spPr>
            <a:xfrm>
              <a:off x="609600" y="4643120"/>
              <a:ext cx="2570480" cy="90424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EA1D5829-1B4E-2E47-90EA-DD267A6155E6}"/>
                </a:ext>
              </a:extLst>
            </p:cNvPr>
            <p:cNvSpPr txBox="1"/>
            <p:nvPr/>
          </p:nvSpPr>
          <p:spPr>
            <a:xfrm>
              <a:off x="943956" y="4772074"/>
              <a:ext cx="15918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各数字对应的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HMM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：</a:t>
              </a:r>
            </a:p>
          </p:txBody>
        </p:sp>
        <p:graphicFrame>
          <p:nvGraphicFramePr>
            <p:cNvPr id="34" name="对象 33">
              <a:extLst>
                <a:ext uri="{FF2B5EF4-FFF2-40B4-BE49-F238E27FC236}">
                  <a16:creationId xmlns:a16="http://schemas.microsoft.com/office/drawing/2014/main" id="{6971A27A-6275-5C0E-EA46-BB03470C7B5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91590399"/>
                </p:ext>
              </p:extLst>
            </p:nvPr>
          </p:nvGraphicFramePr>
          <p:xfrm>
            <a:off x="1553085" y="5078412"/>
            <a:ext cx="1322191" cy="3399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888840" imgH="228600" progId="Equation.DSMT4">
                    <p:embed/>
                  </p:oleObj>
                </mc:Choice>
                <mc:Fallback>
                  <p:oleObj name="Equation" r:id="rId2" imgW="888840" imgH="22860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E5BD8E11-DE6A-2250-7F3B-6CAB5A43571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553085" y="5078412"/>
                          <a:ext cx="1322191" cy="33999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" name="矩形 34">
            <a:extLst>
              <a:ext uri="{FF2B5EF4-FFF2-40B4-BE49-F238E27FC236}">
                <a16:creationId xmlns:a16="http://schemas.microsoft.com/office/drawing/2014/main" id="{2B3DCA37-7BF6-CB24-773D-62A0907BD547}"/>
              </a:ext>
            </a:extLst>
          </p:cNvPr>
          <p:cNvSpPr/>
          <p:nvPr/>
        </p:nvSpPr>
        <p:spPr>
          <a:xfrm>
            <a:off x="9955616" y="3884565"/>
            <a:ext cx="1275080" cy="4506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FC107DF-9F2B-DE58-1EAC-5D2F514FFDA3}"/>
              </a:ext>
            </a:extLst>
          </p:cNvPr>
          <p:cNvSpPr txBox="1"/>
          <p:nvPr/>
        </p:nvSpPr>
        <p:spPr>
          <a:xfrm>
            <a:off x="9757496" y="3944017"/>
            <a:ext cx="1671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概率计算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0FDAAD0-ED0E-D239-A369-E08E69F3BD22}"/>
              </a:ext>
            </a:extLst>
          </p:cNvPr>
          <p:cNvSpPr/>
          <p:nvPr/>
        </p:nvSpPr>
        <p:spPr>
          <a:xfrm>
            <a:off x="9955616" y="4566024"/>
            <a:ext cx="1275080" cy="4506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FDFF8D4-BC9C-CE73-16CB-C6BC31808999}"/>
              </a:ext>
            </a:extLst>
          </p:cNvPr>
          <p:cNvSpPr txBox="1"/>
          <p:nvPr/>
        </p:nvSpPr>
        <p:spPr>
          <a:xfrm>
            <a:off x="9757496" y="4625476"/>
            <a:ext cx="1671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判别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1440E60-55C6-508E-FB94-A70377926537}"/>
              </a:ext>
            </a:extLst>
          </p:cNvPr>
          <p:cNvSpPr/>
          <p:nvPr/>
        </p:nvSpPr>
        <p:spPr>
          <a:xfrm>
            <a:off x="9757496" y="5247483"/>
            <a:ext cx="1671320" cy="69670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1493F36B-C5AF-9017-A4AB-4D5805C6481B}"/>
              </a:ext>
            </a:extLst>
          </p:cNvPr>
          <p:cNvSpPr txBox="1"/>
          <p:nvPr/>
        </p:nvSpPr>
        <p:spPr>
          <a:xfrm>
            <a:off x="10024904" y="5431476"/>
            <a:ext cx="1259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识别结果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1CA01078-CB40-B842-290B-DF7AC8974055}"/>
              </a:ext>
            </a:extLst>
          </p:cNvPr>
          <p:cNvSpPr txBox="1"/>
          <p:nvPr/>
        </p:nvSpPr>
        <p:spPr>
          <a:xfrm>
            <a:off x="7200045" y="6074911"/>
            <a:ext cx="802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训练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0E61F33-7AE5-A7D9-4578-2BEBA238938F}"/>
              </a:ext>
            </a:extLst>
          </p:cNvPr>
          <p:cNvSpPr txBox="1"/>
          <p:nvPr/>
        </p:nvSpPr>
        <p:spPr>
          <a:xfrm>
            <a:off x="10330268" y="6023176"/>
            <a:ext cx="802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测试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28BC96DB-4A12-6727-77C2-1FAFD1596D93}"/>
              </a:ext>
            </a:extLst>
          </p:cNvPr>
          <p:cNvSpPr txBox="1"/>
          <p:nvPr/>
        </p:nvSpPr>
        <p:spPr>
          <a:xfrm>
            <a:off x="6116172" y="6476945"/>
            <a:ext cx="5777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分析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HMM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状态数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与高斯混合分数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对识别结果的影响</a:t>
            </a:r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4843B5CE-73A1-D03E-2F45-8ABAA9B3BA2D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5831840" y="1019346"/>
            <a:ext cx="0" cy="3029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C8388C6B-235F-9726-E284-47996EFB59E2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5831840" y="1772947"/>
            <a:ext cx="0" cy="3553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连接符: 肘形 58">
            <a:extLst>
              <a:ext uri="{FF2B5EF4-FFF2-40B4-BE49-F238E27FC236}">
                <a16:creationId xmlns:a16="http://schemas.microsoft.com/office/drawing/2014/main" id="{AF8E4A33-125F-4814-EA53-E88781F1152E}"/>
              </a:ext>
            </a:extLst>
          </p:cNvPr>
          <p:cNvCxnSpPr>
            <a:cxnSpLocks/>
          </p:cNvCxnSpPr>
          <p:nvPr/>
        </p:nvCxnSpPr>
        <p:spPr>
          <a:xfrm flipV="1">
            <a:off x="3206693" y="4972148"/>
            <a:ext cx="533400" cy="380290"/>
          </a:xfrm>
          <a:prstGeom prst="bentConnector3">
            <a:avLst>
              <a:gd name="adj1" fmla="val 5381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连接符: 肘形 67">
            <a:extLst>
              <a:ext uri="{FF2B5EF4-FFF2-40B4-BE49-F238E27FC236}">
                <a16:creationId xmlns:a16="http://schemas.microsoft.com/office/drawing/2014/main" id="{131B4087-5B6B-9DE0-776A-F36472D61FFD}"/>
              </a:ext>
            </a:extLst>
          </p:cNvPr>
          <p:cNvCxnSpPr>
            <a:cxnSpLocks/>
          </p:cNvCxnSpPr>
          <p:nvPr/>
        </p:nvCxnSpPr>
        <p:spPr>
          <a:xfrm flipV="1">
            <a:off x="9143617" y="5162293"/>
            <a:ext cx="533400" cy="380290"/>
          </a:xfrm>
          <a:prstGeom prst="bentConnector3">
            <a:avLst>
              <a:gd name="adj1" fmla="val 5381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9ADC7AD9-770E-CD77-3F77-D693BCF2B56A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>
            <a:off x="1608797" y="4585307"/>
            <a:ext cx="3248" cy="454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4CC5325C-7911-D65D-A20D-FDF20DD1EE76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4677825" y="4577198"/>
            <a:ext cx="0" cy="2374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41AB0ED9-F1C3-3896-D2E1-0811CF72C630}"/>
              </a:ext>
            </a:extLst>
          </p:cNvPr>
          <p:cNvCxnSpPr>
            <a:cxnSpLocks/>
            <a:stCxn id="29" idx="2"/>
            <a:endCxn id="32" idx="0"/>
          </p:cNvCxnSpPr>
          <p:nvPr/>
        </p:nvCxnSpPr>
        <p:spPr>
          <a:xfrm>
            <a:off x="7538336" y="4577198"/>
            <a:ext cx="5316" cy="4668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9176DEDC-4B9A-1223-4675-6542D3CB05DA}"/>
              </a:ext>
            </a:extLst>
          </p:cNvPr>
          <p:cNvCxnSpPr>
            <a:cxnSpLocks/>
          </p:cNvCxnSpPr>
          <p:nvPr/>
        </p:nvCxnSpPr>
        <p:spPr>
          <a:xfrm>
            <a:off x="4677825" y="5265253"/>
            <a:ext cx="0" cy="2374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81ED5E99-7CCA-A6BF-2E62-112A0F19F4B7}"/>
              </a:ext>
            </a:extLst>
          </p:cNvPr>
          <p:cNvCxnSpPr>
            <a:cxnSpLocks/>
          </p:cNvCxnSpPr>
          <p:nvPr/>
        </p:nvCxnSpPr>
        <p:spPr>
          <a:xfrm>
            <a:off x="10570764" y="4320482"/>
            <a:ext cx="0" cy="2374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87BE048E-2C2B-F537-3C32-92559D47AC49}"/>
              </a:ext>
            </a:extLst>
          </p:cNvPr>
          <p:cNvCxnSpPr>
            <a:cxnSpLocks/>
          </p:cNvCxnSpPr>
          <p:nvPr/>
        </p:nvCxnSpPr>
        <p:spPr>
          <a:xfrm>
            <a:off x="10593156" y="5012576"/>
            <a:ext cx="0" cy="2374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4430D97E-316C-F4C6-3C59-16AB23FCC1A9}"/>
              </a:ext>
            </a:extLst>
          </p:cNvPr>
          <p:cNvCxnSpPr>
            <a:cxnSpLocks/>
          </p:cNvCxnSpPr>
          <p:nvPr/>
        </p:nvCxnSpPr>
        <p:spPr>
          <a:xfrm>
            <a:off x="5831840" y="2578883"/>
            <a:ext cx="0" cy="1643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>
            <a:extLst>
              <a:ext uri="{FF2B5EF4-FFF2-40B4-BE49-F238E27FC236}">
                <a16:creationId xmlns:a16="http://schemas.microsoft.com/office/drawing/2014/main" id="{9463E2AE-283D-862E-ECB1-AA1840476FB9}"/>
              </a:ext>
            </a:extLst>
          </p:cNvPr>
          <p:cNvCxnSpPr>
            <a:cxnSpLocks/>
          </p:cNvCxnSpPr>
          <p:nvPr/>
        </p:nvCxnSpPr>
        <p:spPr>
          <a:xfrm flipH="1">
            <a:off x="1906832" y="2743200"/>
            <a:ext cx="3925008" cy="406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FC40ACC8-B558-6C84-8CBC-5ACE0C08EE91}"/>
              </a:ext>
            </a:extLst>
          </p:cNvPr>
          <p:cNvCxnSpPr>
            <a:cxnSpLocks/>
          </p:cNvCxnSpPr>
          <p:nvPr/>
        </p:nvCxnSpPr>
        <p:spPr>
          <a:xfrm flipH="1">
            <a:off x="5819847" y="2743200"/>
            <a:ext cx="498232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3C95157E-DCA4-C777-674A-BAC0BE2DD580}"/>
              </a:ext>
            </a:extLst>
          </p:cNvPr>
          <p:cNvCxnSpPr>
            <a:cxnSpLocks/>
            <a:endCxn id="24" idx="0"/>
          </p:cNvCxnSpPr>
          <p:nvPr/>
        </p:nvCxnSpPr>
        <p:spPr>
          <a:xfrm flipH="1">
            <a:off x="1657765" y="2765200"/>
            <a:ext cx="5315" cy="9865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EB6E2F75-02AB-4D89-3008-760F0BEC5A20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7574953" y="2765029"/>
            <a:ext cx="14419" cy="9907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B58A924C-6E60-52BA-4979-D00D152799A9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4614325" y="2738069"/>
            <a:ext cx="44566" cy="10202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1BA979BC-DFFD-6CAF-FA10-13F8D38B9BA0}"/>
              </a:ext>
            </a:extLst>
          </p:cNvPr>
          <p:cNvCxnSpPr>
            <a:cxnSpLocks/>
            <a:endCxn id="43" idx="0"/>
          </p:cNvCxnSpPr>
          <p:nvPr/>
        </p:nvCxnSpPr>
        <p:spPr>
          <a:xfrm>
            <a:off x="10570764" y="2721372"/>
            <a:ext cx="19734" cy="10409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95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86</Words>
  <Application>Microsoft Office PowerPoint</Application>
  <PresentationFormat>宽屏</PresentationFormat>
  <Paragraphs>18</Paragraphs>
  <Slides>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宋体</vt:lpstr>
      <vt:lpstr>Arial</vt:lpstr>
      <vt:lpstr>Office 主题​​</vt:lpstr>
      <vt:lpstr>MathType 7.0 Equation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 an</dc:creator>
  <cp:lastModifiedBy>j an</cp:lastModifiedBy>
  <cp:revision>3</cp:revision>
  <dcterms:created xsi:type="dcterms:W3CDTF">2025-05-06T03:05:21Z</dcterms:created>
  <dcterms:modified xsi:type="dcterms:W3CDTF">2025-05-06T03:55:30Z</dcterms:modified>
</cp:coreProperties>
</file>